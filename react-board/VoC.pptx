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94660"/>
  </p:normalViewPr>
  <p:slideViewPr>
    <p:cSldViewPr snapToGrid="0">
      <p:cViewPr varScale="1">
        <p:scale>
          <a:sx n="59" d="100"/>
          <a:sy n="59" d="100"/>
        </p:scale>
        <p:origin x="6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23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09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548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17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28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22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192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27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36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341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2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CAA07-B8B0-4AAC-9BF8-EA85D64348B7}" type="datetimeFigureOut">
              <a:rPr lang="ko-KR" altLang="en-US" smtClean="0"/>
              <a:t>2022-05-09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E2B64-4EA3-4732-8404-F3270FD84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94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VoC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11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프로젝트 제목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ko-KR" altLang="en-US" dirty="0" smtClean="0"/>
              <a:t>수행 기간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개인</a:t>
            </a:r>
            <a:r>
              <a:rPr lang="en-US" altLang="ko-KR" dirty="0" smtClean="0"/>
              <a:t>/</a:t>
            </a:r>
            <a:r>
              <a:rPr lang="ko-KR" altLang="en-US" dirty="0" smtClean="0"/>
              <a:t>팀 과제 여부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프로젝트 소개</a:t>
            </a:r>
            <a:endParaRPr lang="en-US" altLang="ko-KR" dirty="0" smtClean="0"/>
          </a:p>
          <a:p>
            <a:r>
              <a:rPr lang="ko-KR" altLang="en-US" dirty="0" smtClean="0"/>
              <a:t>내 역할</a:t>
            </a:r>
            <a:endParaRPr lang="en-US" altLang="ko-KR" dirty="0" smtClean="0"/>
          </a:p>
          <a:p>
            <a:r>
              <a:rPr lang="ko-KR" altLang="en-US" dirty="0" err="1" smtClean="0"/>
              <a:t>배운점</a:t>
            </a:r>
            <a:r>
              <a:rPr lang="en-US" altLang="ko-KR" dirty="0" smtClean="0"/>
              <a:t>/</a:t>
            </a:r>
            <a:r>
              <a:rPr lang="ko-KR" altLang="en-US" dirty="0" smtClean="0"/>
              <a:t>성과</a:t>
            </a:r>
            <a:endParaRPr lang="en-US" altLang="ko-KR" dirty="0" smtClean="0"/>
          </a:p>
          <a:p>
            <a:r>
              <a:rPr lang="ko-KR" altLang="en-US" dirty="0" smtClean="0"/>
              <a:t>어려웠던 점과 해결 방법</a:t>
            </a:r>
            <a:endParaRPr lang="en-US" altLang="ko-KR" dirty="0" smtClean="0"/>
          </a:p>
          <a:p>
            <a:r>
              <a:rPr lang="ko-KR" altLang="en-US" dirty="0" smtClean="0"/>
              <a:t>해당 프로젝트가 지원 회사</a:t>
            </a:r>
            <a:r>
              <a:rPr lang="en-US" altLang="ko-KR" dirty="0" smtClean="0"/>
              <a:t>/</a:t>
            </a:r>
            <a:r>
              <a:rPr lang="ko-KR" altLang="en-US" dirty="0" smtClean="0"/>
              <a:t>직무에 기여할 바 </a:t>
            </a:r>
            <a:r>
              <a:rPr lang="en-US" altLang="ko-KR" dirty="0" smtClean="0"/>
              <a:t>1</a:t>
            </a:r>
            <a:r>
              <a:rPr lang="ko-KR" altLang="en-US" smtClean="0"/>
              <a:t>문장</a:t>
            </a:r>
            <a:endParaRPr lang="en-US" altLang="ko-KR" dirty="0" smtClean="0"/>
          </a:p>
          <a:p>
            <a:r>
              <a:rPr lang="ko-KR" altLang="en-US" dirty="0" smtClean="0"/>
              <a:t>프로젝트 사진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941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54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47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59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VoC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</dc:title>
  <dc:creator>조은애</dc:creator>
  <cp:lastModifiedBy>조은애</cp:lastModifiedBy>
  <cp:revision>1</cp:revision>
  <dcterms:created xsi:type="dcterms:W3CDTF">2022-05-09T07:30:35Z</dcterms:created>
  <dcterms:modified xsi:type="dcterms:W3CDTF">2022-05-09T07:31:00Z</dcterms:modified>
</cp:coreProperties>
</file>